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Object-Oriented Programming (Java)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hotel reservation systems cause booking conflicts and inefficiency.</a:t>
            </a:r>
          </a:p>
          <a:p>
            <a:pPr/>
            <a:r>
              <a:t>Difficult to manage customer records and room allocation.</a:t>
            </a:r>
          </a:p>
          <a:p>
            <a:pPr/>
            <a:r>
              <a:t>Need for a reliable and structured booking system.</a:t>
            </a:r>
          </a:p>
          <a:p>
            <a:pPr/>
            <a:r>
              <a:t>Project uses OOP concepts in Java to solve these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Hotel reception staff</a:t>
            </a:r>
          </a:p>
          <a:p>
            <a:pPr/>
            <a:r>
              <a:t>Small hotel owners</a:t>
            </a:r>
          </a:p>
          <a:p>
            <a:pPr/>
            <a:r>
              <a:t>Students learning booking systems</a:t>
            </a:r>
          </a:p>
          <a:p>
            <a:pPr/>
            <a:r>
              <a:t>Users managing room reservations locally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and manage customer details</a:t>
            </a:r>
          </a:p>
          <a:p>
            <a:pPr/>
            <a:r>
              <a:t>View available rooms</a:t>
            </a:r>
          </a:p>
          <a:p>
            <a:pPr/>
            <a:r>
              <a:t>Book and cancel reservations</a:t>
            </a:r>
          </a:p>
          <a:p>
            <a:pPr/>
            <a:r>
              <a:t>Display booking information</a:t>
            </a:r>
          </a:p>
          <a:p>
            <a:pPr/>
            <a:r>
              <a:t>Automatic room status updates</a:t>
            </a:r>
          </a:p>
          <a:p>
            <a:pPr/>
            <a:r>
              <a:t>Input validation and exception handling</a:t>
            </a:r>
          </a:p>
          <a:p>
            <a:pPr/>
            <a:r>
              <a:t>Menu-driven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 – Represents hotel entities logically</a:t>
            </a:r>
          </a:p>
          <a:p>
            <a:pPr/>
            <a:r>
              <a:t>Encapsulation – Private data with getters and setters</a:t>
            </a:r>
          </a:p>
          <a:p>
            <a:pPr/>
            <a:r>
              <a:t>Inheritance – Room types extend base Room class</a:t>
            </a:r>
          </a:p>
          <a:p>
            <a:pPr/>
            <a:r>
              <a:t>Polymorphism – Different behaviors for room types</a:t>
            </a:r>
          </a:p>
          <a:p>
            <a:pPr/>
            <a:r>
              <a:t>Exception Handling – Manages invalid operations</a:t>
            </a:r>
          </a:p>
          <a:p>
            <a:pPr/>
            <a:r>
              <a:t>Collections Framework – Uses ArrayList/HashMap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Room Class – Manages room details</a:t>
            </a:r>
          </a:p>
          <a:p>
            <a:pPr/>
            <a:r>
              <a:t>Customer Class – Stores customer information</a:t>
            </a:r>
          </a:p>
          <a:p>
            <a:pPr/>
            <a:r>
              <a:t>Booking Class – Handles reservations</a:t>
            </a:r>
          </a:p>
          <a:p>
            <a:pPr/>
            <a:r>
              <a:t>HotelManager Class – Controls operations</a:t>
            </a:r>
          </a:p>
          <a:p>
            <a:pPr/>
            <a:r>
              <a:t>Main Class – User interaction via 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Program</a:t>
            </a:r>
          </a:p>
          <a:p>
            <a:pPr/>
            <a:r>
              <a:t>→ Hotel Manager</a:t>
            </a:r>
          </a:p>
          <a:p>
            <a:pPr/>
            <a:r>
              <a:t>→ Room, Customer, Booking Classes</a:t>
            </a:r>
          </a:p>
          <a:p>
            <a:pPr/>
            <a:r>
              <a:t>→ Data Storage using Collections</a:t>
            </a:r>
          </a:p>
          <a:p>
            <a:pPr/>
            <a:r>
              <a:t>Layered design improves maintainability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Hotel Booking System demonstrates core OOP principles.</a:t>
            </a:r>
          </a:p>
          <a:p>
            <a:pPr/>
            <a:r>
              <a:t>Provides efficient room and customer management.</a:t>
            </a:r>
          </a:p>
          <a:p>
            <a:pPr/>
            <a:r>
              <a:t>Modular design allows future expansion and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